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68" r:id="rId3"/>
    <p:sldId id="269" r:id="rId4"/>
    <p:sldId id="271" r:id="rId5"/>
    <p:sldId id="274" r:id="rId6"/>
    <p:sldId id="275" r:id="rId7"/>
    <p:sldId id="272" r:id="rId8"/>
    <p:sldId id="27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97"/>
    <p:restoredTop sz="94610"/>
  </p:normalViewPr>
  <p:slideViewPr>
    <p:cSldViewPr snapToGrid="0" snapToObjects="1">
      <p:cViewPr>
        <p:scale>
          <a:sx n="126" d="100"/>
          <a:sy n="126" d="100"/>
        </p:scale>
        <p:origin x="136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85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D8B138B-A4B4-D1CE-A796-EA61AA81E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385" y="-104503"/>
            <a:ext cx="9216770" cy="53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7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90CD2DF-FB0A-C775-1BF3-C9FF7FC5AC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-143682" y="-80331"/>
            <a:ext cx="9431363" cy="530416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770EBEB-A43A-EB4A-AF15-CA44FC062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056" y="1462313"/>
            <a:ext cx="4445000" cy="31115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84A1B92-20EA-46FB-0F99-A0E82541A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4011" y="1462313"/>
            <a:ext cx="3998846" cy="134540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A13C7FC-7D4E-312A-3936-1188C0517D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010" y="3246426"/>
            <a:ext cx="3998847" cy="1291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25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DA6544C4-B482-A9FF-46AF-F9E82D023C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-143682" y="-80331"/>
            <a:ext cx="9431363" cy="530416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56CA4FF-07B2-A00A-D9C1-94392EEEA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227" y="1671240"/>
            <a:ext cx="1750100" cy="297969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A23521C-8CC6-14D3-C7BA-4315689F9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899" y="1671241"/>
            <a:ext cx="1750100" cy="297969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0FBC9DD-C70E-5E8C-335D-0F1199E7A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2575" y="1671239"/>
            <a:ext cx="1750100" cy="297969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429D15B-6672-27BD-0594-D09E84836E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996" y="1671238"/>
            <a:ext cx="1750100" cy="29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8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72C4E379-9535-9799-3C39-858E7E437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-143682" y="-80331"/>
            <a:ext cx="9431363" cy="530416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3B77277-D40C-56E6-604B-FFDF851D1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329872"/>
            <a:ext cx="4038600" cy="115570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9842A8D-FE8E-F96F-B9B3-984F66F66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940" y="1317172"/>
            <a:ext cx="3987800" cy="11684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AC41DBA-9C7F-B99E-4AD3-8584BBB115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99" y="2571750"/>
            <a:ext cx="4038600" cy="11557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DC80E7-4426-E3D1-8B01-9ABE25A5E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940" y="2559050"/>
            <a:ext cx="3987800" cy="11684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251CA8D-F3A2-18CF-E897-E1B04D3753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399" y="3813628"/>
            <a:ext cx="4038600" cy="11557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0C38133-050D-B35A-38D5-6FD2E8F13A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5940" y="3800928"/>
            <a:ext cx="40132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6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84BF66CD-9BD3-9682-6CCF-B255999A76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-143682" y="-80331"/>
            <a:ext cx="9431363" cy="530416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E52786B-801F-942E-3B1E-1CE70E56B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99" y="1490507"/>
            <a:ext cx="4281055" cy="322350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2825569-4B7B-2C10-3B01-33BDEDC14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166" y="1490507"/>
            <a:ext cx="2187233" cy="895264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33516DC-3F86-15CF-5202-A5815DB01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166" y="2538844"/>
            <a:ext cx="2187233" cy="100660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AA03C56-06F1-294B-8A02-16AF8B1370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6166" y="3666505"/>
            <a:ext cx="2187233" cy="104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9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2764ABA-0AFB-13E4-5BC5-C028A6C4FC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-143682" y="-80331"/>
            <a:ext cx="9431363" cy="530416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66AE9745-B4EB-E9BC-BDE0-3127B9BCF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63" y="824346"/>
            <a:ext cx="8222672" cy="4021282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169FE490-B6A6-3F3D-22C0-C0038109E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709" y="1109371"/>
            <a:ext cx="3560787" cy="345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0BB5468-18D3-A4EC-2EE4-041DA8151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1277" y="-83681"/>
            <a:ext cx="9446554" cy="531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274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9E0B8D5-9722-FAD6-B09D-9ABC58669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159" y="-39370"/>
            <a:ext cx="2891681" cy="522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0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Bildschirmpräsentation (16:9)</PresentationFormat>
  <Paragraphs>0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Escape – Schulpräsentation</dc:title>
  <dc:subject>PptxGenJS Presentation</dc:subject>
  <dc:creator>PptxGenJS</dc:creator>
  <cp:lastModifiedBy>Brunner Lukas</cp:lastModifiedBy>
  <cp:revision>6</cp:revision>
  <dcterms:created xsi:type="dcterms:W3CDTF">2026-05-25T18:37:46Z</dcterms:created>
  <dcterms:modified xsi:type="dcterms:W3CDTF">2026-06-12T18:15:03Z</dcterms:modified>
</cp:coreProperties>
</file>